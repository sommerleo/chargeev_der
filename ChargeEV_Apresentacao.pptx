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0" r:id="rId4"/>
    <p:sldId id="263" r:id="rId5"/>
    <p:sldId id="264" r:id="rId6"/>
    <p:sldId id="265" r:id="rId7"/>
    <p:sldId id="266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4464028"/>
            <a:ext cx="6858000" cy="1194650"/>
          </a:xfrm>
        </p:spPr>
        <p:txBody>
          <a:bodyPr wrap="none" anchor="t">
            <a:normAutofit/>
          </a:bodyPr>
          <a:lstStyle>
            <a:lvl1pPr algn="r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100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3829878"/>
            <a:ext cx="6858000" cy="618523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943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3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4464028"/>
            <a:ext cx="6858000" cy="1194650"/>
          </a:xfrm>
        </p:spPr>
        <p:txBody>
          <a:bodyPr wrap="none" anchor="t">
            <a:normAutofit/>
          </a:bodyPr>
          <a:lstStyle>
            <a:lvl1pPr algn="l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3829878"/>
            <a:ext cx="6858000" cy="617822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84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1825625"/>
            <a:ext cx="3768912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1825625"/>
            <a:ext cx="377547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47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681163"/>
            <a:ext cx="376891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2505075"/>
            <a:ext cx="3768912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0" y="1681163"/>
            <a:ext cx="3776661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0" y="2505075"/>
            <a:ext cx="3776661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508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01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12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576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821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367161"/>
            <a:ext cx="7886700" cy="81935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987426"/>
            <a:ext cx="7886700" cy="337973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5186516"/>
            <a:ext cx="7885509" cy="682472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102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353434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489399"/>
            <a:ext cx="7885509" cy="150182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904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365125"/>
            <a:ext cx="6977064" cy="2992904"/>
          </a:xfrm>
        </p:spPr>
        <p:txBody>
          <a:bodyPr anchor="ctr"/>
          <a:lstStyle>
            <a:lvl1pPr>
              <a:defRPr sz="3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4501729"/>
            <a:ext cx="7884318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33283" y="786824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2743200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7532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326968"/>
            <a:ext cx="7886700" cy="2511835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50581"/>
            <a:ext cx="7885509" cy="114064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984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1885950"/>
            <a:ext cx="221015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8" y="2571750"/>
            <a:ext cx="21955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6" y="1885950"/>
            <a:ext cx="220218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2571750"/>
            <a:ext cx="2210096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7" y="1885950"/>
            <a:ext cx="2199085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7" y="2571750"/>
            <a:ext cx="2199085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591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4297503"/>
            <a:ext cx="2205038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2256354"/>
            <a:ext cx="220503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4873766"/>
            <a:ext cx="220503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4297503"/>
            <a:ext cx="2197894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256354"/>
            <a:ext cx="219789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3" y="4873765"/>
            <a:ext cx="2200805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2" y="4297503"/>
            <a:ext cx="219908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1" y="2256354"/>
            <a:ext cx="219908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4873763"/>
            <a:ext cx="220199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2633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728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74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825625"/>
            <a:ext cx="767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8090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dirty="0" err="1"/>
              <a:t>ChargeEV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3145972"/>
            <a:ext cx="6858000" cy="1302430"/>
          </a:xfrm>
        </p:spPr>
        <p:txBody>
          <a:bodyPr>
            <a:normAutofit/>
          </a:bodyPr>
          <a:lstStyle/>
          <a:p>
            <a:endParaRPr lang="pt-BR" dirty="0"/>
          </a:p>
          <a:p>
            <a:r>
              <a:rPr sz="2800" dirty="0"/>
              <a:t>Sistema de </a:t>
            </a:r>
            <a:r>
              <a:rPr sz="2800" dirty="0" err="1"/>
              <a:t>Gerenciamento</a:t>
            </a:r>
            <a:r>
              <a:rPr sz="2800" dirty="0"/>
              <a:t> de </a:t>
            </a:r>
            <a:r>
              <a:rPr sz="2800" dirty="0" err="1"/>
              <a:t>Recarga</a:t>
            </a:r>
            <a:r>
              <a:rPr sz="2800" dirty="0"/>
              <a:t> para </a:t>
            </a:r>
            <a:r>
              <a:rPr sz="2800" dirty="0" err="1"/>
              <a:t>Veículos</a:t>
            </a:r>
            <a:r>
              <a:rPr sz="2800" dirty="0"/>
              <a:t> </a:t>
            </a:r>
            <a:r>
              <a:rPr sz="2800" dirty="0" err="1"/>
              <a:t>Elétricos</a:t>
            </a:r>
            <a:endParaRPr lang="pt-B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/>
              <a:t>Contexto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Crescimento da adoção de veículos elétricos</a:t>
            </a:r>
          </a:p>
          <a:p>
            <a:r>
              <a:t>Benefícios ambientais e incentivos fiscais</a:t>
            </a:r>
          </a:p>
          <a:p>
            <a:r>
              <a:t>Desafios: autonomia e tempo de recarga</a:t>
            </a:r>
          </a:p>
          <a:p>
            <a:r>
              <a:t>Aumento da demanda por infraestrutura de carregamento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Quem é </a:t>
            </a:r>
            <a:r>
              <a:rPr dirty="0" err="1"/>
              <a:t>Beneficiado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Proprietários de veículos elétricos</a:t>
            </a:r>
          </a:p>
          <a:p>
            <a:r>
              <a:t>Operadores de pontos de recarga</a:t>
            </a:r>
          </a:p>
          <a:p>
            <a:r>
              <a:t>Administradores do sistema</a:t>
            </a:r>
          </a:p>
          <a:p>
            <a:r>
              <a:t>Estabelecimentos comerciais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/>
              <a:t>Requisitos</a:t>
            </a:r>
            <a:r>
              <a:rPr dirty="0"/>
              <a:t> - </a:t>
            </a:r>
            <a:r>
              <a:rPr dirty="0" err="1"/>
              <a:t>Cadastro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Cadastro de pessoas e veículos</a:t>
            </a:r>
          </a:p>
          <a:p>
            <a:r>
              <a:t>Associação de veículos a usuários</a:t>
            </a:r>
          </a:p>
          <a:p>
            <a:r>
              <a:t>Cadastro de estabelecimentos</a:t>
            </a:r>
          </a:p>
          <a:p>
            <a:r>
              <a:t>Cadastro de conectores e carregadores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/>
              <a:t>Requisitos</a:t>
            </a:r>
            <a:r>
              <a:rPr dirty="0"/>
              <a:t> - </a:t>
            </a:r>
            <a:r>
              <a:rPr dirty="0" err="1"/>
              <a:t>Operação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Cadastro de pontos de recarga</a:t>
            </a:r>
          </a:p>
          <a:p>
            <a:r>
              <a:t>Reservas e pagamentos</a:t>
            </a:r>
          </a:p>
          <a:p>
            <a:r>
              <a:t>Registro de sessões de recarga</a:t>
            </a:r>
          </a:p>
          <a:p>
            <a:r>
              <a:t>Consulta de disponibilidade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/>
              <a:t>Requisitos</a:t>
            </a:r>
            <a:r>
              <a:rPr dirty="0"/>
              <a:t> - Extras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Avaliações e comentários</a:t>
            </a:r>
          </a:p>
          <a:p>
            <a:r>
              <a:t>Upload de fotos</a:t>
            </a:r>
          </a:p>
          <a:p>
            <a:r>
              <a:t>Acessibilidade dos pontos</a:t>
            </a:r>
          </a:p>
          <a:p>
            <a:r>
              <a:t>Histórico de uso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23E4C3-8D26-6F30-2B65-7F8637784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Diagrama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BABFB49-0364-9A82-538B-F83A84D91D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9788" y="1961326"/>
            <a:ext cx="7675562" cy="407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073124"/>
      </p:ext>
    </p:extLst>
  </p:cSld>
  <p:clrMapOvr>
    <a:masterClrMapping/>
  </p:clrMapOvr>
</p:sld>
</file>

<file path=ppt/theme/theme1.xml><?xml version="1.0" encoding="utf-8"?>
<a:theme xmlns:a="http://schemas.openxmlformats.org/drawingml/2006/main" name="Profundidade">
  <a:themeElements>
    <a:clrScheme name="Profundidade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Profundidade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fundida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TM04033923[[fn=Profundidade]]</Template>
  <TotalTime>11</TotalTime>
  <Words>108</Words>
  <Application>Microsoft Office PowerPoint</Application>
  <PresentationFormat>Apresentação na tela (4:3)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Corbel</vt:lpstr>
      <vt:lpstr>Profundidade</vt:lpstr>
      <vt:lpstr>ChargeEV</vt:lpstr>
      <vt:lpstr>Contexto</vt:lpstr>
      <vt:lpstr>Quem é Beneficiado</vt:lpstr>
      <vt:lpstr>Requisitos - Cadastro</vt:lpstr>
      <vt:lpstr>Requisitos - Operação</vt:lpstr>
      <vt:lpstr>Requisitos - Extras</vt:lpstr>
      <vt:lpstr>Diagrama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Eduardo Guilherme Carvalho Maas</cp:lastModifiedBy>
  <cp:revision>2</cp:revision>
  <dcterms:created xsi:type="dcterms:W3CDTF">2013-01-27T09:14:16Z</dcterms:created>
  <dcterms:modified xsi:type="dcterms:W3CDTF">2026-03-31T22:24:28Z</dcterms:modified>
  <cp:category/>
</cp:coreProperties>
</file>